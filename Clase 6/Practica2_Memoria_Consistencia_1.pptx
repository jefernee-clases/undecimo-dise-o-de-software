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3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A8C5A0"/>
                </a:solidFill>
              </a:rPr>
              <a:t>UNDÉCIMO AÑO  •  DISEÑO DE 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2B788"/>
                </a:solidFill>
              </a:rPr>
              <a:t>PRÁCTICA #2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Memoria, Consistencia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y Atajos en UI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5A0"/>
                </a:solidFill>
              </a:rPr>
              <a:t>Observa, compara y reflexiona sobre cómo las interfaces facilitan el aprendizaje del usuario.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A0"/>
                </a:solidFill>
              </a:rPr>
              <a:t>Principios Fundamentales del Diseño de UI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Objetivo de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¿Qué aprenderás?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33"/>
                </a:solidFill>
              </a:rPr>
              <a:t>Evaluar si una interfaz minimiza la carga de memoria, es consistente y ofrece atajos útiles.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¿Qué entregarás?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33"/>
                </a:solidFill>
              </a:rPr>
              <a:t>Respuestas reflexivas y una tabla comparativa entre dos aplicaciones.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Tiempo estimado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33"/>
                </a:solidFill>
              </a:rPr>
              <a:t>45 minutos en clase o como tarea.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A0"/>
                </a:solidFill>
              </a:rPr>
              <a:t>Práctica #2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1  —  Carga de Memoria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Abre la aplicación que más usas en tu celular o computadora y responde: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64208"/>
            <a:ext cx="64008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1. ¿Qué ícono o símbolo de la app reconoces sin necesidad de leer su etiqueta? Menciona 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41401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14016"/>
            <a:ext cx="64008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597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2. ¿Hay alguna función que te costó aprender porque no era obvia? ¿Cuál y por qué?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638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163824"/>
            <a:ext cx="64008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95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3. ¿La información está organizada en niveles claros (más importante arriba/resaltado)?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136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913632"/>
            <a:ext cx="64008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9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4. ¿La app te muestra opciones visibles o debes recordar dónde están los menús?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A0"/>
                </a:solidFill>
              </a:rPr>
              <a:t>Práctica #2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2  —  Consistencia y Atajos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Responde sobre la misma aplicación o una diferente que conozcas bien: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64008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5. ¿Los botones del mismo tipo (guardar, cancelar, enviar) se ven iguales en toda la app?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00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50008"/>
            <a:ext cx="64008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6. ¿Los colores significan algo consistente? Ejemplo: rojo = eliminar, verde = confirmar.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9981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99816"/>
            <a:ext cx="64008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7. ¿Conoces algún atajo de teclado o gesto táctil de esa app? ¿Cuál y para qué sirve?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496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49624"/>
            <a:ext cx="64008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8. ¿Crees que hay acciones que deberían tener un atajo y no lo tienen? Propón uno.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A0"/>
                </a:solidFill>
              </a:rPr>
              <a:t>Práctica #2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3  —  Tabla Comparativa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Elige DOS aplicaciones diferentes y completa la tabla (escribe Sí / No y una frase breve):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54480"/>
          <a:ext cx="8503920" cy="30175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 1: ___________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 2: ___________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Usa íconos reconocibles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Tiene consistencia visual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Ofrece atajos o gestos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Minimiza memorización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A0"/>
                </a:solidFill>
              </a:rPr>
              <a:t>Práctica #2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Presentación en pantalla 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1</cp:revision>
  <dcterms:created xsi:type="dcterms:W3CDTF">2026-03-26T15:45:50Z</dcterms:created>
  <dcterms:modified xsi:type="dcterms:W3CDTF">2026-03-26T15:50:00Z</dcterms:modified>
</cp:coreProperties>
</file>