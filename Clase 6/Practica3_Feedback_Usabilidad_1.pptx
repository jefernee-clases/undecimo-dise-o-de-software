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45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0A8E0"/>
                </a:solidFill>
              </a:rPr>
              <a:t>UNDÉCIMO AÑO  •  DISEÑO DE 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77DFF"/>
                </a:solidFill>
              </a:rPr>
              <a:t>PRÁCTICA #3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Feedback y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Usabilidad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A8E0"/>
                </a:solidFill>
              </a:rPr>
              <a:t>Evalúa cómo las interfaces comunican información al usuario y mide su nivel real de usabilidad.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1760"/>
          </a:solidFill>
          <a:ln w="12700">
            <a:solidFill>
              <a:srgbClr val="2E17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A8E0"/>
                </a:solidFill>
              </a:rPr>
              <a:t>Principios Fundamentales del Diseño de UI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Objetivo de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7315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¿Qué aprenderás?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255"/>
                </a:solidFill>
              </a:rPr>
              <a:t>Identificar si una interfaz provee feedback informativo y evaluar su usabilidad con criterios claros.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¿Qué entregarás?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255"/>
                </a:solidFill>
              </a:rPr>
              <a:t>Respuestas reflexivas, una escala de evaluación y una propuesta de rediseño breve.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88720"/>
            <a:ext cx="2651760" cy="7315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Tiempo estimado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255"/>
                </a:solidFill>
              </a:rPr>
              <a:t>50 minutos en clase o como tarea.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A8E0"/>
                </a:solidFill>
              </a:rPr>
              <a:t>Práctica #3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1  —  Feedback de la Interfaz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</a:rPr>
              <a:t>Escoge una aplicación que hayas usado recientemente para completar una tarea (compra, envío de mensaje, formulario, etc.):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71907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19072"/>
            <a:ext cx="64008" cy="6217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1. ¿Qué tarea realizaste y en qué aplicación? Descríbela brevemente.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68880"/>
            <a:ext cx="64008" cy="6217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14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2. ¿La app te informó en todo momento qué estaba sucediendo? ¿Cómo?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1868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18688"/>
            <a:ext cx="64008" cy="6217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644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3. ¿Hubo alguna espera? ¿La app mostró un indicador de progreso o simplemente se congeló?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684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968496"/>
            <a:ext cx="64008" cy="6217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142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4. Si cometiste un error, ¿el mensaje explicó qué salió mal y cómo solucionarlo?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A8E0"/>
                </a:solidFill>
              </a:rPr>
              <a:t>Práctica #3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2E"/>
                </a:solidFill>
              </a:rPr>
              <a:t>PARTE 2  —  Evaluación de Usabilidad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</a:rPr>
              <a:t>Con la misma app, puntúa del 1 al 5 cada aspecto (1 = muy malo, 5 = excelente) y justifica en una oración: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64008" cy="621792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5. Facilidad de uso la primera vez.          Puntuación: ___     Justificación: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00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50008"/>
            <a:ext cx="64008" cy="621792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6. Velocidad para completar tareas habituales.      Puntuación: ___     Justificación: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9981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99816"/>
            <a:ext cx="64008" cy="621792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7. Claridad de los mensajes de error o advertencia.  Puntuación: ___     Justificación: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496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49624"/>
            <a:ext cx="64008" cy="621792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8. Satisfacción general al usarla.           Puntuación: ___     Justificación: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A8E0"/>
                </a:solidFill>
              </a:rPr>
              <a:t>Práctica #3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1760"/>
          </a:solidFill>
          <a:ln w="12700">
            <a:solidFill>
              <a:srgbClr val="2E17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3  —  Propuesta de Mejora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</a:rPr>
              <a:t>Basándote en tus respuestas anteriores, elige el PEOR aspecto y propón una mejora concreta.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1907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19072"/>
            <a:ext cx="64008" cy="12344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9222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189A"/>
                </a:solidFill>
              </a:rPr>
              <a:t>9.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922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2E"/>
                </a:solidFill>
              </a:rPr>
              <a:t>¿Cuál fue el problema más grave de feedback o usabilidad que identificaste?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99"/>
                </a:solidFill>
              </a:rPr>
              <a:t>Respuesta: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13639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136392"/>
            <a:ext cx="64008" cy="12344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095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189A"/>
                </a:solidFill>
              </a:rPr>
              <a:t>10.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20954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2E"/>
                </a:solidFill>
              </a:rPr>
              <a:t>¿Cómo lo mejorarías? Sé específico: ¿qué cambiarías, dónde, por qué?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99"/>
                </a:solidFill>
              </a:rPr>
              <a:t>Respuesta: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A8E0"/>
                </a:solidFill>
              </a:rPr>
              <a:t>Práctica #3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Presentación en pantalla (16:9)</PresentationFormat>
  <Paragraphs>42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1</cp:revision>
  <dcterms:created xsi:type="dcterms:W3CDTF">2026-03-26T15:45:50Z</dcterms:created>
  <dcterms:modified xsi:type="dcterms:W3CDTF">2026-03-26T16:09:40Z</dcterms:modified>
</cp:coreProperties>
</file>