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76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0B0C0"/>
                </a:solidFill>
              </a:rPr>
              <a:t>UNDÉCIMO AÑO  •  DISEÑO DE UI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94560"/>
                </a:solidFill>
              </a:rPr>
              <a:t>PRÁCTICA #1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Claridad y Control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de la Interfaz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C0"/>
                </a:solidFill>
              </a:rPr>
              <a:t>Analiza y aplica los principios de Claridad y Control del Usuario en interfaces reales.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C0"/>
                </a:solidFill>
              </a:rPr>
              <a:t>Principios Fundamentales del Diseño de UI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Objetivo de la Práctica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65176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¿Qué aprenderás?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</a:rPr>
              <a:t>Identificar si una interfaz aplica correctamente los principios de Claridad y Control del Usuario.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¿Qué entregarás?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</a:rPr>
              <a:t>Un análisis escrito breve para una interfaz seleccionada por ti.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88720"/>
            <a:ext cx="265176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Tiempo estimado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</a:rPr>
              <a:t>45 minutos en clase o como tarea.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</a:rPr>
              <a:t>Práctica #1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PARTE 1  —  Análisis de Claridad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Elige una aplicación o sitio web que uses frecuentemente (ej: Instagram, Google, tu banco en línea).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83080"/>
            <a:ext cx="64008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1. ¿Cuál es la aplicación o sitio web elegido? ¿Por qué lo elegiste?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53288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532888"/>
            <a:ext cx="64008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786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2. ¿Cada botón y elemento tiene un propósito claro? Menciona 2 ejemplos.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28269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282696"/>
            <a:ext cx="64008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3. ¿La interfaz te obliga a recordar pasos o usa íconos/etiquetas reconocibles?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03250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032504"/>
            <a:ext cx="64008" cy="6217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782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4. ¿Encontraste algún elemento confuso o que no sabes para qué sirve?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</a:rPr>
              <a:t>Práctica #1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PARTE 2  —  Control del Usuario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Siguiendo con la misma aplicación del ejercicio anterior, responde: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64008" cy="62179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5. ¿La aplicación te pide confirmación antes de eliminar o enviar algo importante?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5000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50008"/>
            <a:ext cx="64008" cy="62179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957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6. ¿Existe algún botón de "Deshacer", "Cancelar" o "Volver"? ¿Dónde está?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09981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099816"/>
            <a:ext cx="64008" cy="62179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4553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7. ¿En algún momento la app hizo algo sin que tú lo esperaras? Describe la situación.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4962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849624"/>
            <a:ext cx="64008" cy="62179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953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8. ¿Qué mejorarías para que el usuario sienta más control? Escribe al menos 1 idea.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C0"/>
                </a:solidFill>
              </a:rPr>
              <a:t>Práctica #1  —  Diseño de UI  •  Undécimo Año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305</Words>
  <Application>Microsoft Office PowerPoint</Application>
  <PresentationFormat>Presentación en pantalla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1</cp:revision>
  <dcterms:created xsi:type="dcterms:W3CDTF">2026-03-26T15:45:49Z</dcterms:created>
  <dcterms:modified xsi:type="dcterms:W3CDTF">2026-03-26T15:48:56Z</dcterms:modified>
</cp:coreProperties>
</file>