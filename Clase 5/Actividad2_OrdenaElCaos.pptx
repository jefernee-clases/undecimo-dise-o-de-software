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08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3017520"/>
            <a:ext cx="2560320" cy="256032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— LECCIÓN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🃏 Ordena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Caos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situación en la etapa correcta del proceso de diseño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146304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657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minutos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3657600"/>
            <a:ext cx="13716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Individual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87168" y="914400"/>
            <a:ext cx="196596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532888" y="914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08576" y="914400"/>
            <a:ext cx="196596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654296" y="914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9984" y="914400"/>
            <a:ext cx="196596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775704" y="914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Estas son las 4 etapas del proceso de diseño de IU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Leerás 8 situaciones del proceso de diseño de un software real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situación, decidís en cuál de las 4 etapas ocurre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033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respuesta con el número de etapa (1, 2, 3 o 4) junto a cada situación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Recordatorio: ¿Qué ocurre en cada etapa?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6052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ANÁLISIS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9410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investiga al usuario, su entorno y las tareas que necesita hacer. Se hacen entrevistas, observaciones y preguntas.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73168" y="9144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914400"/>
            <a:ext cx="4160520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9144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MODELOS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82896" y="1444752"/>
            <a:ext cx="39410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una representación de cómo el usuario percibe el sistema y cómo funciona. Se documenta la lógica del sistema.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605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DISEÑO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456432"/>
            <a:ext cx="39410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bocetos, wireframes y prototipos de las pantallas. Se decide cómo se verá y cómo se navegará el sistema.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73168" y="29260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2926080"/>
            <a:ext cx="4160520" cy="4754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926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EVALUACIÓN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82896" y="3456432"/>
            <a:ext cx="39410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 el diseño con usuarios reales. Se identifican errores, confusiones y se hacen mejoras al diseño.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A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1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entrevista a los cajeros de un supermercado para saber qué hacen durante su turno y con qué frecuencia usan el sistema actual.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B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2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dibuja en papel cómo se verá la pantalla de inicio del nuevo sistema y dónde irá cada botón.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C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3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real intenta usar el sistema por primera vez mientras el equipo observa en qué pasos se confunde o comete errores.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D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4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documenta que el usuario cree que al cerrar la ventana los datos se guardan automáticamente, aunque en realidad no es así.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E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5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que el botón 'Confirmar pago' estará en color verde en la esquina inferior derecha de la pantalla.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F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6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descubre que los empleados usan el sistema desde tabletas en una bodega con poca luz y con guantes puestos.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G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7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las pruebas, se decide agrandar el tamaño de los botones porque los usuarios tenían dificultad para presionarlos con precisión.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H  —  ¿En qué etapa ocurre esto?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8 /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91440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crea un diagrama que muestra cómo el sistema responde cuando el usuario presiona 'Guardar' y qué datos almacena.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tu respuesta: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7373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794760"/>
            <a:ext cx="1737360" cy="777240"/>
          </a:xfrm>
          <a:prstGeom prst="rect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17373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94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</a:rPr>
              <a:t>4</a:t>
            </a:r>
          </a:p>
          <a:p>
            <a:pPr algn="ctr"/>
            <a:r>
              <a:rPr lang="en-US" sz="1300" b="1" dirty="0" err="1">
                <a:solidFill>
                  <a:srgbClr val="028090"/>
                </a:solidFill>
                <a:latin typeface="Trebuchet MS" pitchFamily="34" charset="0"/>
              </a:rPr>
              <a:t>Evaluación</a:t>
            </a:r>
            <a:endParaRPr lang="en-US" sz="1300" b="1" dirty="0">
              <a:solidFill>
                <a:srgbClr val="028090"/>
              </a:solidFill>
              <a:latin typeface="Trebuchet MS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602</Words>
  <Application>Microsoft Office PowerPoint</Application>
  <PresentationFormat>Presentación en pantalla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2026-03-23T13:01:43Z</dcterms:created>
  <dcterms:modified xsi:type="dcterms:W3CDTF">2026-03-23T13:16:28Z</dcterms:modified>
</cp:coreProperties>
</file>