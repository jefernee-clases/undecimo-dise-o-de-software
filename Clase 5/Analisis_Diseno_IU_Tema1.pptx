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84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457200"/>
            <a:ext cx="256032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1 &amp; 2 — TEMA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y Diseño de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Interfaz de Usuario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Proceso, modelos y etapas del diseño centrado en el usuario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una Interfaz de Usuario?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065A82">
              <a:alpha val="12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medio de comunicación entre el usuario y el software.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dar instrucciones al sistema y recibir información de él.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Analogía: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8412480" cy="685800"/>
          </a:xfrm>
          <a:prstGeom prst="rect">
            <a:avLst/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505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como el volante y los pedales son la interfaz entre el conductor y el automóvil,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botones, formularios e íconos son la interfaz entre el usuario y el software.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291840"/>
            <a:ext cx="2697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291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  Visual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tipografía,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íconos, imágenes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32918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3291840"/>
            <a:ext cx="2697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3291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🖱  Interactiva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Clics, formularios,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gestos, navegación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2918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291840"/>
            <a:ext cx="2697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291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🔔  Comunicativa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Mensajes, alertas,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importa el Diseño de IU?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960120" cy="9144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9692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mal diseño frustra al usuario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316736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interfaz es confusa, el usuario comete errores, pierde tiempo y abandona el sistema.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38528"/>
            <a:ext cx="960120" cy="9144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3852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19933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Impacta directamente en el negocio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340864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mala experiencia reduce la adopción del software. Un buen diseño aumenta la productividad.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62656"/>
            <a:ext cx="960120" cy="9144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más barato corregirlo al inicio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364992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interfaz después de programarla cuesta hasta 100 veces más que diseñarla bien desde el principio.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86784"/>
            <a:ext cx="960120" cy="9144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86784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404164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usuario es el centro del sistema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389120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no existe para la máquina ni para el programador. Existe para quien lo usa.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Proceso de Diseño de IU — 4 Etapas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proceso NO es lineal: se puede regresar a etapas anteriores.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76272" y="2331720"/>
            <a:ext cx="274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2212848" y="208483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38988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al usuario,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tareas y su entorno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480560"/>
            <a:ext cx="1828800" cy="292608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↺ Iterativo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52544" y="2331720"/>
            <a:ext cx="274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08483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128016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44952" y="138988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044952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96312" y="22128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42032" y="2706624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cómo el usuario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percibe el sistema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96312" y="4480560"/>
            <a:ext cx="1828800" cy="292608"/>
          </a:xfrm>
          <a:prstGeom prst="rect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496312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</a:rPr>
              <a:t>↺ Iterativo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28816" y="2331720"/>
            <a:ext cx="274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208483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128016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21224" y="1389888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221224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72584" y="22128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18304" y="2706624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prototipos,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bocetos y flujos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72584" y="4480560"/>
            <a:ext cx="1828800" cy="292608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72584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↺ Iterativo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28016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97496" y="1389888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7397496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48856" y="22128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94576" y="2706624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usuarios reales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hacer mejoras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8856" y="4480560"/>
            <a:ext cx="1828800" cy="292608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48856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↺ Iterativo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1: Análisis de la Interfaz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diseñar cualquier pantalla, debemos responder tres preguntas clave: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005840" cy="1143000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134416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¿Quién usará el sistema?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719072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médico que usa el sistema 8 horas al día necesita accesos rápidos, no tutoriales.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32888"/>
            <a:ext cx="1005840" cy="1143000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32888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259689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tareas realizará?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97180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En un sistema bancario, transferir dinero es crítica. Deben pedirse confirmaciones.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785616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85616"/>
            <a:ext cx="1005840" cy="1143000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85616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08760" y="384962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¿En qué entorno trabajará?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22452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operario en bodega usa guantes y necesita botones grandes en una tablet.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0"/>
            <a:ext cx="3474720" cy="347472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y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Prototipos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representamos la interfaz antes de programarla?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2: Los 3 Modelos de la Interfaz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es exitoso cuando los tres modelos coinciden. Si no coinciden, hay problemas de usabilidad.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del Usuario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🧑‍💻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cree el usuario que hace el sistema?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33101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mental que tiene el usuario sobre cómo funciona la interfaz.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2560320" cy="685800"/>
          </a:xfrm>
          <a:prstGeom prst="rect">
            <a:avLst/>
          </a:prstGeom>
          <a:solidFill>
            <a:srgbClr val="065A82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95935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El usuario cree que al cerrar la ventana se guarda automáticamente.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1325880"/>
            <a:ext cx="27432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325880"/>
            <a:ext cx="27432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227832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del Diseñador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96512" y="1920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91840" y="278892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concibió el diseñador la interfaz?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33101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estructura, flujos y jerarquía visual que planeó el equipo de diseño.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73552" y="3931920"/>
            <a:ext cx="2560320" cy="68580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395935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El diseñador planeó un botón 'Guardar' explícito que debe presionarse.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9904" y="1325880"/>
            <a:ext cx="27432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325880"/>
            <a:ext cx="2743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135624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del Sistema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04304" y="1920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99632" y="278892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funciona realmente el sistema?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9632" y="33101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software realmente hace: eventos, lógica, respuestas.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3931920"/>
            <a:ext cx="2560320" cy="68580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27064" y="395935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El sistema sí guarda solo, pero no muestra ninguna confirmación visible.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3: Diseño — Prototipos y Wireframes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escribir código, se diseñan versiones preliminares de la interfaz.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120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868680" cy="109728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344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Boceto (Sketch)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190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a mano alzada. Rápido y barato. Ideal para explorar ideas al inicio.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5120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868680" cy="109728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1460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2578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9535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digital sin colores. Muestra la estructura y distribución de elementos.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5120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49040"/>
            <a:ext cx="868680" cy="109728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4904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8130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Prototipo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1879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interactiva simulada. Permite probar flujos antes de programar.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1280160"/>
            <a:ext cx="3063240" cy="3703320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141732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Idea clave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18745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Fallar en papel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gratis.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Fallar en código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cuesta caro.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06440" y="37490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diseñamos y probamos ANTES de programar.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4: Evaluación de la Interfaz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sabemos si el diseño funciona? — Hay que probarlo con usuarios reales.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960120" cy="1097280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 de usabilidad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a usuarios reales que realicen tareas específicas mientras se observa dónde cometen errores o se confunden.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32888"/>
            <a:ext cx="960120" cy="1097280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32888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63040" y="26060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Cuestionario / Encuesta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99008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pregunta al usuario cómo se sintió usando el sistema. Se recopilan opiniones, preferencias y sugerencias.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67328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67328"/>
            <a:ext cx="960120" cy="1097280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67328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63040" y="38404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Revisión experta (Heurística)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22452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especialista revisa la interfaz buscando problemas de diseño según principios establecidos de usabilidad.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4446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Los resultados de la evaluación alimentan una nueva iteración del proceso.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47472"/>
            <a:ext cx="274320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ACTIVIDAD PRÁCTICA — Lección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 tu primera pantalla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74650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sistema sencillo: registro en una biblioteca, reserva de cancha deportiva, pedido en cafetería…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33172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hoja de papel: describe el usuario (una oración) — ¿Quién es? ¿Qué tarea va a hacer?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1693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el wireframe (boceto) de la pantalla principal. Solo formas: rectángulos, líneas, texto simple.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0215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 el boceto con otro equipo. El otro equipo intenta 'usarlo' e indica qué confunde o falta.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08736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tu boceto con base en la retroalimentación recibida.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Material: hoja en blanco + lápiz. Tiempo: 20 min dibujo / 10 min retroalimentación.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882</Words>
  <Application>Microsoft Office PowerPoint</Application>
  <PresentationFormat>Presentación en pantalla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Diseño de la Interfaz de Usuario</dc:title>
  <dc:subject>PptxGenJS Presentation</dc:subject>
  <dc:creator>PptxGenJS</dc:creator>
  <cp:lastModifiedBy>antoyefruizg04@gmail.com</cp:lastModifiedBy>
  <cp:revision>2</cp:revision>
  <dcterms:created xsi:type="dcterms:W3CDTF">2026-03-23T12:40:00Z</dcterms:created>
  <dcterms:modified xsi:type="dcterms:W3CDTF">2026-03-23T12:48:36Z</dcterms:modified>
</cp:coreProperties>
</file>