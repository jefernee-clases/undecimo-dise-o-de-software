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97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017520"/>
            <a:ext cx="2560320" cy="256032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411480"/>
            <a:ext cx="237744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3 — LECCIÓN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Los 3 Modelos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Conflicto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Identificá qué modelo falla en cada pantalla real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150876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703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minutos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3703320"/>
            <a:ext cx="137160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3703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Individual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3703320"/>
            <a:ext cx="182880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Con laptop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Recordatorio: Los 3 Modelos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del Usuario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🧑‍💻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9768" y="233172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CREE el usuario que hace el sistema?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971800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mental del usuario. Cómo él supone que funciona la interfaz, aunque se equivoque.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914400"/>
            <a:ext cx="2743200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914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del Diseñador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42232" y="148132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PLANIFICÓ el diseñador la interfaz?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971800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intención original del diseño. La estructura, los flujos y la lógica que el equipo pensó.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5624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914400"/>
            <a:ext cx="274320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914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del Sistema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50024" y="148132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45352" y="233172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hace el sistema REALMENTE?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971800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real del software. Lo que ocurre en la pantalla cuando el usuario actúa.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El problema surge cuando estos 3 modelos NO coinciden.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hacer?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3 situaciones de diseño con problemas reales. Para cada una respondé 4 preguntas de selección: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1371600" cy="749808"/>
          </a:xfrm>
          <a:prstGeom prst="rect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49047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modelo está fallando?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185623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 /  Diseñador  /  Sistema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1371600" cy="749808"/>
          </a:xfrm>
          <a:prstGeom prst="rect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860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35915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espera el usuario que ocurra?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272491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opciones posibles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1371600" cy="749808"/>
          </a:xfrm>
          <a:prstGeom prst="rect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546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22783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ocurre realmente en la interfaz?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359359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opciones posibles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23360"/>
            <a:ext cx="1371600" cy="749808"/>
          </a:xfrm>
          <a:prstGeom prst="rect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233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409651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sería la mejor corrección al diseño?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74520" y="446227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opciones posibles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1 — Sistema de Biblioteca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09560" y="109728"/>
            <a:ext cx="100584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909560" y="1097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1 /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06908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0690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La situación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86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busca un libro. Ve el botón 'Reservar'. Lo presiona. No pasa nada visible. Presiona otra vez. Al día siguiente recibe 2 reservas duplicadas.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251960" cy="4206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777240"/>
            <a:ext cx="42519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777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Sistema de Biblioteca — Buscar libro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4160520" cy="713232"/>
          </a:xfrm>
          <a:prstGeom prst="rect">
            <a:avLst/>
          </a:prstGeom>
          <a:solidFill>
            <a:srgbClr val="1C3A5E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Introducción a Programación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0" y="14356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Reservar 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130552"/>
            <a:ext cx="416052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22219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Base de Datos Avanzada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40880" y="22402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Reservar 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935224"/>
            <a:ext cx="416052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302666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Redes de Computadoras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30449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Reservar 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3749040"/>
            <a:ext cx="4160520" cy="594360"/>
          </a:xfrm>
          <a:prstGeom prst="rect">
            <a:avLst/>
          </a:prstGeom>
          <a:solidFill>
            <a:srgbClr val="B71C1C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376732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⚠️  Sin mensaje de confirmación tras presionar 'Reservar'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Ahora respondé las 4 preguntas de la siguiente diapositiva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1 — Sistema de Biblioteca — Respondé las 4 preguntas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71323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modelo falla?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" y="166420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Modelo del Usuario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97510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1" name="Text 9"/>
          <p:cNvSpPr/>
          <p:nvPr/>
        </p:nvSpPr>
        <p:spPr>
          <a:xfrm>
            <a:off x="466344" y="19933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Modelo del Sistema 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23225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Modelo del Diseñador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71323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1323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71323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CREE el usuario que pasa al presionar 'Reservar'?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166420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Que no hace nada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197510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4901184" y="19933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Que la reserva se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230428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901184" y="23225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Que lo lleva a otra pantalla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286207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6207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" y="286207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ocurre REALMENTE?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79476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" y="38130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La reserva falla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12394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" y="414223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Se reserva pero sin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45312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" y="447141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Pide confirmar contraseña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86207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6207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286207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sería la mejor corrección?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79476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8130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Eliminar el botón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412394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414223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Mostrar '✅ Reserva confirmada' 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46320" y="445312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3" name="Text 41"/>
          <p:cNvSpPr/>
          <p:nvPr/>
        </p:nvSpPr>
        <p:spPr>
          <a:xfrm>
            <a:off x="4901184" y="447141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Enviar al inicio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2 — App de Pagos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09560" y="109728"/>
            <a:ext cx="100584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909560" y="1097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2 /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06908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0690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La situación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86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quiere cancelar una transferencia. Ve dos botones al final del formulario: 'Cancelar' (rojo) y 'Confirmar' (gris). Presiona 'Cancelar' pensando que cancela la operación, pero en realidad cancela todo su progreso en el formulario.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251960" cy="4206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777240"/>
            <a:ext cx="42519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777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Transferencia bancaria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416052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cuenta #12345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2130552"/>
            <a:ext cx="416052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22219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Monto: ₡25,000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2935224"/>
            <a:ext cx="416052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302666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Concepto: Pago alquiler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749040"/>
            <a:ext cx="4160520" cy="594360"/>
          </a:xfrm>
          <a:prstGeom prst="rect">
            <a:avLst/>
          </a:prstGeom>
          <a:solidFill>
            <a:srgbClr val="B71C1C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376732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[ Cancelar 🔴 ]     [ Confirmar ⬜ ]  ← Botones al pie del formulario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Ahora respondé las 4 preguntas de la siguiente diapositiva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2 — App de Pagos — Respondé las 4 preguntas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71323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modelo falla?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" y="166420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Modelo del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97510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" y="19933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Modelo del Sistema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23225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Modelo del Usuario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71323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1323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71323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CREE el usuario al ver 'Cancelar'?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166420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Que borra el formulario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197510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19933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Que cancela la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230428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901184" y="23225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Que regresa al inicio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286207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6207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" y="286207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ocurre REALMENTE al presionar 'Cancelar'?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79476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" y="38130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Cancela la transferencia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12394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" y="414223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Borra todo el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45312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" y="447141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Muestra un mensaje de error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86207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6207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286207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corrección resuelve el problema?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79476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8130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Cambiar colores de los botones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412394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414223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Renombrar a 'Limpiar formulario' y 'Cancelar transferencia' 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46320" y="445312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3" name="Text 41"/>
          <p:cNvSpPr/>
          <p:nvPr/>
        </p:nvSpPr>
        <p:spPr>
          <a:xfrm>
            <a:off x="4901184" y="447141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Eliminar el botón rojo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3 — Sistema de Inventario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09560" y="109728"/>
            <a:ext cx="100584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909560" y="1097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36"/>
                </a:solidFill>
              </a:rPr>
              <a:t>3 /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06908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0690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La situación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86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empleado elimina un producto del inventario. Aparece el mensaje: 'Operación completada exitosamente'. Dos horas después descubre que eliminó el producto equivocado. No hay forma de deshacer la acción.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251960" cy="4206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777240"/>
            <a:ext cx="42519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777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Inventario — Gestión de productos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416052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HP EliteBook 840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0" y="14356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Editar ] [ Eliminar 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130552"/>
            <a:ext cx="4160520" cy="7132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22219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Dell 24''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40880" y="22402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Editar ] [ Eliminar 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935224"/>
            <a:ext cx="4160520" cy="713232"/>
          </a:xfrm>
          <a:prstGeom prst="rect">
            <a:avLst/>
          </a:prstGeom>
          <a:solidFill>
            <a:srgbClr val="1C3A5E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302666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Logitech MX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30449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Editar ] [ Eliminar 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3749040"/>
            <a:ext cx="4160520" cy="594360"/>
          </a:xfrm>
          <a:prstGeom prst="rect">
            <a:avLst/>
          </a:prstGeom>
          <a:solidFill>
            <a:srgbClr val="B71C1C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376732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⚠️  Tras eliminar: 'Operación completada'. Sin confirmar ni deshacer.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Ahora respondé las 4 preguntas de la siguiente diapositiva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3 — Sistema de Inventario — Respondé las 4 preguntas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71323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¿Cuál modelo falla?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" y="166420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Modelo del Usuario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97510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" y="19933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Modelo del Sistema 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23225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Modelo del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71323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1323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71323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ESPERA el usuario antes de eliminar?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166420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Que borre sin preguntar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197510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19933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Que pida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230428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901184" y="232257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Que abra el producto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286207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6207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" y="286207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hace el sistema REALMENTE?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79476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" y="38130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Pide una clave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12394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" y="414223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Elimina sin confirmar ni permitir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45312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" y="447141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Mueve a papelera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862072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62072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286207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corrección aplica el principio de 'control del usuario'?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794760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8130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Eliminar el botón 'Eliminar'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4123944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414223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Agregar '¿Estás seguro?' + opción de </a:t>
            </a:r>
            <a:r>
              <a:rPr lang="en-US" sz="11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46320" y="4453128"/>
            <a:ext cx="4005072" cy="29260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3" name="Text 41"/>
          <p:cNvSpPr/>
          <p:nvPr/>
        </p:nvSpPr>
        <p:spPr>
          <a:xfrm>
            <a:off x="4901184" y="447141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Pedir contraseña para eliminar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881</Words>
  <Application>Microsoft Office PowerPoint</Application>
  <PresentationFormat>Presentación en pantalla (16:9)</PresentationFormat>
  <Paragraphs>143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2</cp:revision>
  <dcterms:created xsi:type="dcterms:W3CDTF">2026-03-23T13:01:43Z</dcterms:created>
  <dcterms:modified xsi:type="dcterms:W3CDTF">2026-03-23T13:25:23Z</dcterms:modified>
</cp:coreProperties>
</file>