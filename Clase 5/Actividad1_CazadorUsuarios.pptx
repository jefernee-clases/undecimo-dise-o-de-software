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673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65A82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017520"/>
            <a:ext cx="2560320" cy="2560320"/>
          </a:xfrm>
          <a:prstGeom prst="ellipse">
            <a:avLst/>
          </a:prstGeom>
          <a:solidFill>
            <a:srgbClr val="1C7293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411480"/>
            <a:ext cx="2377440" cy="38404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411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1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1 — LECCIÓN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Cazador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Usuarios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interfaz con capturas de pantalla reales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657600"/>
            <a:ext cx="146304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6576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15 minutos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3657600"/>
            <a:ext cx="137160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Individual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03320" y="3657600"/>
            <a:ext cx="1737360" cy="384048"/>
          </a:xfrm>
          <a:prstGeom prst="rect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Con laptop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hacer?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4241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42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412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02412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 en tu laptop una app o sitio web que uses frecuentemente (redes sociales, banco, streaming, juego…)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1810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00200" y="182880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Tomá una captura de pantalla de cualquier sección (tecla PrtScr o Fn+PrtScr)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6517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24128" y="2615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🖌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2633472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Abrí la captura en Paint, Canva, PowerPoint o cualquier editor básico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564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34198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600200" y="3438144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Dibujá encima 3 flechas con los colores indicados en la siguiente diapositiva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841248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26110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24128" y="4224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600200" y="4242816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Guardá la imagen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3 flechas que debes dibujar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2344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🟢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371600" y="9875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VERDE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9844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 bien pensado para el usuario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276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El botón de 'Me gusta' es grande y fácil de tocar en celular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234440"/>
          </a:xfrm>
          <a:prstGeom prst="rect">
            <a:avLst/>
          </a:prstGeom>
          <a:solidFill>
            <a:srgbClr val="FFFDE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🟡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371600" y="23591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AMARILLA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67004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 que confundiría a alguien sin experiencia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9992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El menú de privacidad está escondido en 5 submenús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8412480" cy="123444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74904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🔴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371600" y="37307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FLECHA ROJA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 que cambiarías si fueras el diseñador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3708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El botón 'Eliminar' es del mismo color que 'Guardar'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Así debe quedar tu captura anotada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926080" y="914400"/>
            <a:ext cx="3291840" cy="3977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5" name="Shape 3"/>
          <p:cNvSpPr/>
          <p:nvPr/>
        </p:nvSpPr>
        <p:spPr>
          <a:xfrm>
            <a:off x="3017520" y="1005840"/>
            <a:ext cx="3108960" cy="37947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3017520" y="1005840"/>
            <a:ext cx="31089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0058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App  🔔  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1536192"/>
            <a:ext cx="3108960" cy="5486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157276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Foto nueva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130552"/>
            <a:ext cx="3108960" cy="548640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21671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247 likes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724912"/>
            <a:ext cx="3108960" cy="5486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76148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Comentar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3319272"/>
            <a:ext cx="3108960" cy="548640"/>
          </a:xfrm>
          <a:prstGeom prst="rect">
            <a:avLst/>
          </a:prstGeom>
          <a:solidFill>
            <a:srgbClr val="162040"/>
          </a:solidFill>
          <a:ln/>
        </p:spPr>
      </p:sp>
      <p:sp>
        <p:nvSpPr>
          <p:cNvPr id="15" name="Text 13"/>
          <p:cNvSpPr/>
          <p:nvPr/>
        </p:nvSpPr>
        <p:spPr>
          <a:xfrm>
            <a:off x="3108960" y="335584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Compartir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17520" y="3913632"/>
            <a:ext cx="3108960" cy="548640"/>
          </a:xfrm>
          <a:prstGeom prst="rect">
            <a:avLst/>
          </a:prstGeom>
          <a:solidFill>
            <a:srgbClr val="1E2D4E"/>
          </a:solidFill>
          <a:ln/>
        </p:spPr>
      </p:sp>
      <p:sp>
        <p:nvSpPr>
          <p:cNvPr id="17" name="Text 15"/>
          <p:cNvSpPr/>
          <p:nvPr/>
        </p:nvSpPr>
        <p:spPr>
          <a:xfrm>
            <a:off x="3108960" y="395020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  Más opciones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1188720"/>
            <a:ext cx="1783080" cy="5486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078992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7D32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896112"/>
            <a:ext cx="192024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91440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Íconos claros en el menú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188720" y="4535424"/>
            <a:ext cx="1783080" cy="54864"/>
          </a:xfrm>
          <a:prstGeom prst="rect">
            <a:avLst/>
          </a:prstGeom>
          <a:solidFill>
            <a:srgbClr val="F9A825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4425696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A825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251960"/>
            <a:ext cx="1965960" cy="438912"/>
          </a:xfrm>
          <a:prstGeom prst="rect">
            <a:avLst/>
          </a:prstGeom>
          <a:solidFill>
            <a:srgbClr val="FFFDE7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2702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'⋯' no es claro para todos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44768" y="3364992"/>
            <a:ext cx="146304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3063240"/>
            <a:ext cx="210312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0815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'Compartir' debería tener ícono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32117" y="4828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232</Words>
  <Application>Microsoft Office PowerPoint</Application>
  <PresentationFormat>Presentación en pantalla (16:9)</PresentationFormat>
  <Paragraphs>52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antoyefruizg04@gmail.com</cp:lastModifiedBy>
  <cp:revision>2</cp:revision>
  <dcterms:created xsi:type="dcterms:W3CDTF">2026-03-23T13:01:42Z</dcterms:created>
  <dcterms:modified xsi:type="dcterms:W3CDTF">2026-03-23T13:07:18Z</dcterms:modified>
</cp:coreProperties>
</file>