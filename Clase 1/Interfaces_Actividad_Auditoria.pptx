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yefruizg04@gmail.com" userId="ca9b7addc9fe5d07" providerId="LiveId" clId="{FFEFFAFB-E068-45B8-863C-9A8B43FEC7A9}"/>
    <pc:docChg chg="modSld">
      <pc:chgData name="antoyefruizg04@gmail.com" userId="ca9b7addc9fe5d07" providerId="LiveId" clId="{FFEFFAFB-E068-45B8-863C-9A8B43FEC7A9}" dt="2026-03-05T19:32:28.035" v="1" actId="20577"/>
      <pc:docMkLst>
        <pc:docMk/>
      </pc:docMkLst>
      <pc:sldChg chg="modSp mod">
        <pc:chgData name="antoyefruizg04@gmail.com" userId="ca9b7addc9fe5d07" providerId="LiveId" clId="{FFEFFAFB-E068-45B8-863C-9A8B43FEC7A9}" dt="2026-03-05T19:32:28.035" v="1" actId="20577"/>
        <pc:sldMkLst>
          <pc:docMk/>
          <pc:sldMk cId="0" sldId="256"/>
        </pc:sldMkLst>
        <pc:spChg chg="mod">
          <ac:chgData name="antoyefruizg04@gmail.com" userId="ca9b7addc9fe5d07" providerId="LiveId" clId="{FFEFFAFB-E068-45B8-863C-9A8B43FEC7A9}" dt="2026-03-05T19:32:21.046" v="0" actId="20577"/>
          <ac:spMkLst>
            <pc:docMk/>
            <pc:sldMk cId="0" sldId="256"/>
            <ac:spMk id="57" creationId="{00000000-0000-0000-0000-000000000000}"/>
          </ac:spMkLst>
        </pc:spChg>
        <pc:spChg chg="mod">
          <ac:chgData name="antoyefruizg04@gmail.com" userId="ca9b7addc9fe5d07" providerId="LiveId" clId="{FFEFFAFB-E068-45B8-863C-9A8B43FEC7A9}" dt="2026-03-05T19:32:28.035" v="1" actId="20577"/>
          <ac:spMkLst>
            <pc:docMk/>
            <pc:sldMk cId="0" sldId="256"/>
            <ac:spMk id="5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7104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INTERFAZ A  —  Analicen esta pantalla con la lista de verificación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548640"/>
            <a:ext cx="8412480" cy="4297680"/>
          </a:xfrm>
          <a:prstGeom prst="rect">
            <a:avLst/>
          </a:prstGeom>
          <a:solidFill>
            <a:srgbClr val="EEEEEE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548640"/>
            <a:ext cx="8412480" cy="320040"/>
          </a:xfrm>
          <a:prstGeom prst="rect">
            <a:avLst/>
          </a:prstGeom>
          <a:solidFill>
            <a:srgbClr val="DDDDDD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21792"/>
            <a:ext cx="109728" cy="109728"/>
          </a:xfrm>
          <a:prstGeom prst="rect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512" y="621792"/>
            <a:ext cx="109728" cy="109728"/>
          </a:xfrm>
          <a:prstGeom prst="rect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2104" y="621792"/>
            <a:ext cx="109728" cy="109728"/>
          </a:xfrm>
          <a:prstGeom prst="rect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603504"/>
            <a:ext cx="5029200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603504"/>
            <a:ext cx="49926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55555"/>
                </a:solidFill>
              </a:rPr>
              <a:t>sistema-notas.edu.cr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65760" y="868680"/>
            <a:ext cx="841248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88696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</a:rPr>
              <a:t>Sistema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463040" y="886968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</a:rPr>
              <a:t>Notas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40280" y="88696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</a:rPr>
              <a:t>Asistencia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0" y="88696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</a:rPr>
              <a:t>Reportes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60520" y="88696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</a:rPr>
              <a:t>Ajustes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132320" y="88696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DDDDD"/>
                </a:solidFill>
              </a:rPr>
              <a:t>Usuario: admin123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48640" y="14447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</a:rPr>
              <a:t>NOTAS DEL ESTUDIANTE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14447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Ver historial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0" y="14447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Imprimir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03720" y="14447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Exportar PDF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17830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Materia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06040" y="17830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I Periodo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749040" y="17830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II Periodo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17830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III Periodo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35040" y="17830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</a:rPr>
              <a:t>Promedio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21031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Matemáticas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606040" y="21031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92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749040" y="21031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88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21031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78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035040" y="21031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86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241401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Español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606040" y="24140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75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749040" y="24140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80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92040" y="24140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72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35040" y="241401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76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" y="27249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Ciencias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606040" y="272491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65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749040" y="272491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55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92040" y="272491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60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035040" y="272491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60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8640" y="30358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Inglés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606040" y="30358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90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749040" y="30358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85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892040" y="30358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88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035040" y="303580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88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48640" y="334670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Historia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606040" y="334670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45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749040" y="334670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50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892040" y="334670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40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035040" y="334670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</a:rPr>
              <a:t>45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48640" y="369417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Promedio General: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834640" y="369417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71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583680" y="4206240"/>
            <a:ext cx="1828800" cy="347472"/>
          </a:xfrm>
          <a:prstGeom prst="rect">
            <a:avLst/>
          </a:prstGeom>
          <a:solidFill>
            <a:srgbClr val="AAAAAA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83680" y="42062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EEEEE"/>
                </a:solidFill>
              </a:rPr>
              <a:t>Guardar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880000"/>
          </a:solidFill>
          <a:ln w="12700">
            <a:solidFill>
              <a:srgbClr val="880000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58" name="Text 56"/>
          <p:cNvSpPr/>
          <p:nvPr/>
        </p:nvSpPr>
        <p:spPr>
          <a:xfrm>
            <a:off x="274320" y="486460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INTERFAZ B  —  Analicen esta pantalla con la lista de verificación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548640"/>
            <a:ext cx="8412480" cy="42976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762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548640"/>
            <a:ext cx="8412480" cy="320040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21792"/>
            <a:ext cx="109728" cy="109728"/>
          </a:xfrm>
          <a:prstGeom prst="rect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512" y="621792"/>
            <a:ext cx="109728" cy="109728"/>
          </a:xfrm>
          <a:prstGeom prst="rect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2104" y="621792"/>
            <a:ext cx="109728" cy="109728"/>
          </a:xfrm>
          <a:prstGeom prst="rect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603504"/>
            <a:ext cx="5029200" cy="1645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603504"/>
            <a:ext cx="49926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</a:rPr>
              <a:t>notas.institutoeducar.cr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65760" y="868680"/>
            <a:ext cx="841248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914400"/>
            <a:ext cx="274320" cy="2743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932688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EduNotas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0" y="868680"/>
            <a:ext cx="1005840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0" y="89611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Notas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91440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Asistencia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91440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Reportes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680960" y="932688"/>
            <a:ext cx="914400" cy="256032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0" y="9326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👤  Admin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94360" y="141732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</a:rPr>
              <a:t>Notas del Estudiante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94360" y="180136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Pérez Mora, Carlos Alberto  ·  11° Año  ·  Sección 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17920" y="1463040"/>
            <a:ext cx="1188720" cy="292608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14630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Imprimir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498080" y="1463040"/>
            <a:ext cx="109728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0" y="14630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Exportar PDF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084832"/>
            <a:ext cx="82296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2148840"/>
            <a:ext cx="8229600" cy="292608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2185416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40AF"/>
                </a:solidFill>
              </a:rPr>
              <a:t>Materia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926080" y="2185416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40AF"/>
                </a:solidFill>
              </a:rPr>
              <a:t>I Período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160520" y="2185416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40AF"/>
                </a:solidFill>
              </a:rPr>
              <a:t>II Período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394960" y="2185416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40AF"/>
                </a:solidFill>
              </a:rPr>
              <a:t>III Período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675120" y="218541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40AF"/>
                </a:solidFill>
              </a:rPr>
              <a:t>Promedio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2441448"/>
            <a:ext cx="82296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2487168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Matemáticas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926080" y="248716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92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160520" y="248716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88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94960" y="2487168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78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748272" y="2478024"/>
            <a:ext cx="1005840" cy="20116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48272" y="247802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</a:rPr>
              <a:t>86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2752344"/>
            <a:ext cx="8229600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" y="279806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Español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926080" y="279806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75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160520" y="2798064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80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394960" y="2798064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72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748272" y="2788920"/>
            <a:ext cx="1005840" cy="20116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48272" y="27889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</a:rPr>
              <a:t>76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3063240"/>
            <a:ext cx="82296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4360" y="310896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Ciencias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926080" y="3108960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65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160520" y="3108960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55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394960" y="3108960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60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748272" y="3099816"/>
            <a:ext cx="1005840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748272" y="30998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</a:rPr>
              <a:t>60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57200" y="3374136"/>
            <a:ext cx="8229600" cy="3017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94360" y="3419856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Inglés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926080" y="3419856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90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160520" y="3419856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85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394960" y="3419856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88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748272" y="3410712"/>
            <a:ext cx="1005840" cy="20116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48272" y="341071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</a:rPr>
              <a:t>88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57200" y="3685032"/>
            <a:ext cx="82296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94360" y="373075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Historia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2926080" y="373075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45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160520" y="3730752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50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394960" y="3730752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40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748272" y="3721608"/>
            <a:ext cx="1005840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748272" y="37216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</a:rPr>
              <a:t>45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57200" y="4050792"/>
            <a:ext cx="822960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94360" y="4105656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Promedio General del Período: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6400800" y="4096512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CD34D"/>
                </a:solidFill>
              </a:rPr>
              <a:t>71  —  EN PROCESO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74320" y="486460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CFFDD"/>
                </a:solidFill>
              </a:rPr>
              <a:t>✓  Principios aplicados: </a:t>
            </a:r>
            <a:r>
              <a:rPr lang="en-US" sz="950" dirty="0">
                <a:solidFill>
                  <a:srgbClr val="CCFFDD"/>
                </a:solidFill>
              </a:rPr>
              <a:t>Contraste claro · Color semántico (verde = aprueba / rojo = reprueba) · Jerarquía en título · Alineación en tabla · Botón principal destacado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184</Words>
  <Application>Microsoft Office PowerPoint</Application>
  <PresentationFormat>Presentación en pantalla (16:9)</PresentationFormat>
  <Paragraphs>91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antoyefruizg04@gmail.com</cp:lastModifiedBy>
  <cp:revision>2</cp:revision>
  <dcterms:created xsi:type="dcterms:W3CDTF">2026-03-05T19:24:40Z</dcterms:created>
  <dcterms:modified xsi:type="dcterms:W3CDTF">2026-03-05T19:32:39Z</dcterms:modified>
</cp:coreProperties>
</file>